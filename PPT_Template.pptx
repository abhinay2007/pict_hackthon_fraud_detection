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98CBF9-2D59-4477-AAD1-E2C60395597E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C9F48C-BD3F-40B1-B34D-1302F3291E21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E88695-88F9-4CC9-ABC8-00391FF70295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26A6AC-8B47-4DD5-996B-18718BFF3BFC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630918-6EEB-4EFD-9A0B-721B292049AD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A0BE5C4-A579-4B2B-B342-054D4D023B21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982BBA-CC00-4023-BDA5-D7216C99CE27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C7D67A-881A-4C9D-B54B-F60FB2D0C2EC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D8C54C-1895-4F8F-B98C-BCC060643CA6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523B70-C983-4C58-B2D4-C2FF30C3CB5B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C7F3FF-92CF-40AB-B032-C8463D9596D9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7" descr=""/>
          <p:cNvPicPr/>
          <p:nvPr/>
        </p:nvPicPr>
        <p:blipFill>
          <a:blip r:embed="rId1"/>
          <a:srcRect l="297" t="20500" r="-297" b="19584"/>
          <a:stretch/>
        </p:blipFill>
        <p:spPr>
          <a:xfrm>
            <a:off x="9319680" y="165600"/>
            <a:ext cx="2733480" cy="163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Picture 11" descr=""/>
          <p:cNvPicPr/>
          <p:nvPr/>
        </p:nvPicPr>
        <p:blipFill>
          <a:blip r:embed="rId2"/>
          <a:stretch/>
        </p:blipFill>
        <p:spPr>
          <a:xfrm>
            <a:off x="900720" y="165600"/>
            <a:ext cx="1642320" cy="164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Box 2"/>
          <p:cNvSpPr/>
          <p:nvPr/>
        </p:nvSpPr>
        <p:spPr>
          <a:xfrm>
            <a:off x="4616640" y="2243520"/>
            <a:ext cx="29584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TITLE PAGE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3"/>
          <p:cNvSpPr/>
          <p:nvPr/>
        </p:nvSpPr>
        <p:spPr>
          <a:xfrm>
            <a:off x="3209040" y="163800"/>
            <a:ext cx="5773320" cy="187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IN" sz="20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SCTR’S PUNE INSTITUTE OF COMPUTER TECHNOLOGY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IN" sz="5400" strike="noStrike" u="none">
                <a:solidFill>
                  <a:schemeClr val="dk1"/>
                </a:solidFill>
                <a:effectLst/>
                <a:uFillTx/>
                <a:latin typeface="Bahnschrift"/>
              </a:rPr>
              <a:t>TECHFIESTA’26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Bahnschrift"/>
              </a:rPr>
              <a:t>INTERNATIONAL HACKATHON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Bahnschrift"/>
              </a:rPr>
              <a:t>CODE. CREATE. CONQUER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9"/>
          <p:cNvSpPr/>
          <p:nvPr/>
        </p:nvSpPr>
        <p:spPr>
          <a:xfrm>
            <a:off x="2417760" y="3092400"/>
            <a:ext cx="7356240" cy="247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2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Problem Statement ID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2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Problem Statement Title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2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PS Domain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2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Team ID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2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Team Name (Registered on portal)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7" descr=""/>
          <p:cNvPicPr/>
          <p:nvPr/>
        </p:nvPicPr>
        <p:blipFill>
          <a:blip r:embed="rId1"/>
          <a:srcRect l="297" t="20500" r="-297" b="19584"/>
          <a:stretch/>
        </p:blipFill>
        <p:spPr>
          <a:xfrm>
            <a:off x="10037880" y="165600"/>
            <a:ext cx="2015280" cy="120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Picture 11" descr=""/>
          <p:cNvPicPr/>
          <p:nvPr/>
        </p:nvPicPr>
        <p:blipFill>
          <a:blip r:embed="rId2"/>
          <a:stretch/>
        </p:blipFill>
        <p:spPr>
          <a:xfrm>
            <a:off x="325080" y="165600"/>
            <a:ext cx="1207080" cy="12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itle 1"/>
          <p:cNvSpPr/>
          <p:nvPr/>
        </p:nvSpPr>
        <p:spPr>
          <a:xfrm>
            <a:off x="3746520" y="368280"/>
            <a:ext cx="4698720" cy="11426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IDEA TITLE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8"/>
          <p:cNvSpPr/>
          <p:nvPr/>
        </p:nvSpPr>
        <p:spPr>
          <a:xfrm>
            <a:off x="635040" y="2336400"/>
            <a:ext cx="11133360" cy="18770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Proposed Solution (Concept / Prototype / Implementation)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Detailed Breakdown of the Solution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How the Solution Directly Solves the Identified Problem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Key Innovations and Unique Differentiators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7" descr=""/>
          <p:cNvPicPr/>
          <p:nvPr/>
        </p:nvPicPr>
        <p:blipFill>
          <a:blip r:embed="rId1"/>
          <a:srcRect l="297" t="20500" r="-297" b="19584"/>
          <a:stretch/>
        </p:blipFill>
        <p:spPr>
          <a:xfrm>
            <a:off x="10046160" y="140400"/>
            <a:ext cx="2015280" cy="120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Picture 11" descr=""/>
          <p:cNvPicPr/>
          <p:nvPr/>
        </p:nvPicPr>
        <p:blipFill>
          <a:blip r:embed="rId2"/>
          <a:stretch/>
        </p:blipFill>
        <p:spPr>
          <a:xfrm>
            <a:off x="325080" y="165600"/>
            <a:ext cx="1207080" cy="12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itle 1"/>
          <p:cNvSpPr/>
          <p:nvPr/>
        </p:nvSpPr>
        <p:spPr>
          <a:xfrm>
            <a:off x="2802600" y="230040"/>
            <a:ext cx="6586560" cy="11426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TECHNICAL APPROACH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8"/>
          <p:cNvSpPr/>
          <p:nvPr/>
        </p:nvSpPr>
        <p:spPr>
          <a:xfrm>
            <a:off x="1092600" y="2521080"/>
            <a:ext cx="9384840" cy="33544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Technologies Involved</a:t>
            </a:r>
            <a:br>
              <a:rPr sz="3200"/>
            </a:b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(Programming languages, frameworks, tools, hardware, cloud services, etc.)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Implementation Methodology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Development workflow and architecture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Process diagrams / flowcharts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Screenshots or working prototype visuals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7" descr=""/>
          <p:cNvPicPr/>
          <p:nvPr/>
        </p:nvPicPr>
        <p:blipFill>
          <a:blip r:embed="rId1"/>
          <a:srcRect l="297" t="20500" r="-297" b="19584"/>
          <a:stretch/>
        </p:blipFill>
        <p:spPr>
          <a:xfrm>
            <a:off x="10037880" y="165600"/>
            <a:ext cx="2015280" cy="120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Picture 11" descr=""/>
          <p:cNvPicPr/>
          <p:nvPr/>
        </p:nvPicPr>
        <p:blipFill>
          <a:blip r:embed="rId2"/>
          <a:stretch/>
        </p:blipFill>
        <p:spPr>
          <a:xfrm>
            <a:off x="325080" y="165600"/>
            <a:ext cx="1207080" cy="12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itle 1"/>
          <p:cNvSpPr/>
          <p:nvPr/>
        </p:nvSpPr>
        <p:spPr>
          <a:xfrm>
            <a:off x="2010960" y="198000"/>
            <a:ext cx="8169840" cy="11426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FEASIBILITY AND VIABILITY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1403280" y="2736360"/>
            <a:ext cx="9384840" cy="31082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Feasibility Analysis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Practical viability, scalability, and resource requirements.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Challenges &amp; Risks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	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Technical or operational obstacles and dependencies.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Mitigation Strategies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	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Solutions to address risks, with contingency plans for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	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smooth execution.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" descr=""/>
          <p:cNvPicPr/>
          <p:nvPr/>
        </p:nvPicPr>
        <p:blipFill>
          <a:blip r:embed="rId1"/>
          <a:srcRect l="297" t="20500" r="-297" b="19584"/>
          <a:stretch/>
        </p:blipFill>
        <p:spPr>
          <a:xfrm>
            <a:off x="10037880" y="165600"/>
            <a:ext cx="2015280" cy="120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11" descr=""/>
          <p:cNvPicPr/>
          <p:nvPr/>
        </p:nvPicPr>
        <p:blipFill>
          <a:blip r:embed="rId2"/>
          <a:stretch/>
        </p:blipFill>
        <p:spPr>
          <a:xfrm>
            <a:off x="325080" y="165600"/>
            <a:ext cx="1207080" cy="12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8"/>
          <p:cNvSpPr/>
          <p:nvPr/>
        </p:nvSpPr>
        <p:spPr>
          <a:xfrm>
            <a:off x="635040" y="2336400"/>
            <a:ext cx="11133360" cy="2246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Impact on Target Audience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	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	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How the solution improves user experience, accessibility, or quality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	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	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of life.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Key Benefits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	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	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Social, economic, environmental, and overall community advantages.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itle 1"/>
          <p:cNvSpPr/>
          <p:nvPr/>
        </p:nvSpPr>
        <p:spPr>
          <a:xfrm>
            <a:off x="2738880" y="198000"/>
            <a:ext cx="6713640" cy="11426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IMPACT AND BENEFITS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7" descr=""/>
          <p:cNvPicPr/>
          <p:nvPr/>
        </p:nvPicPr>
        <p:blipFill>
          <a:blip r:embed="rId1"/>
          <a:srcRect l="297" t="20500" r="-297" b="19584"/>
          <a:stretch/>
        </p:blipFill>
        <p:spPr>
          <a:xfrm>
            <a:off x="10037880" y="165600"/>
            <a:ext cx="2015280" cy="120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Picture 11" descr=""/>
          <p:cNvPicPr/>
          <p:nvPr/>
        </p:nvPicPr>
        <p:blipFill>
          <a:blip r:embed="rId2"/>
          <a:stretch/>
        </p:blipFill>
        <p:spPr>
          <a:xfrm>
            <a:off x="325080" y="165600"/>
            <a:ext cx="1207080" cy="12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Box 8"/>
          <p:cNvSpPr/>
          <p:nvPr/>
        </p:nvSpPr>
        <p:spPr>
          <a:xfrm>
            <a:off x="635040" y="2336400"/>
            <a:ext cx="11133360" cy="522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Details / Links of the reference and research work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itle 1"/>
          <p:cNvSpPr/>
          <p:nvPr/>
        </p:nvSpPr>
        <p:spPr>
          <a:xfrm>
            <a:off x="2243520" y="198000"/>
            <a:ext cx="7704360" cy="11426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RESEARCH  AND REFERENCES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7" descr=""/>
          <p:cNvPicPr/>
          <p:nvPr/>
        </p:nvPicPr>
        <p:blipFill>
          <a:blip r:embed="rId1"/>
          <a:srcRect l="297" t="20500" r="-297" b="19584"/>
          <a:stretch/>
        </p:blipFill>
        <p:spPr>
          <a:xfrm>
            <a:off x="10037880" y="165600"/>
            <a:ext cx="2015280" cy="120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Picture 11" descr=""/>
          <p:cNvPicPr/>
          <p:nvPr/>
        </p:nvPicPr>
        <p:blipFill>
          <a:blip r:embed="rId2"/>
          <a:stretch/>
        </p:blipFill>
        <p:spPr>
          <a:xfrm>
            <a:off x="325080" y="165600"/>
            <a:ext cx="1207080" cy="12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itle 1"/>
          <p:cNvSpPr/>
          <p:nvPr/>
        </p:nvSpPr>
        <p:spPr>
          <a:xfrm>
            <a:off x="2690280" y="198000"/>
            <a:ext cx="6811200" cy="11426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IMPORTANT INSTRUCTIONS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8"/>
          <p:cNvSpPr/>
          <p:nvPr/>
        </p:nvSpPr>
        <p:spPr>
          <a:xfrm>
            <a:off x="1934640" y="2073960"/>
            <a:ext cx="8322480" cy="3202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Important Submission Guidelines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Maximum 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6 slides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including the title slide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Avoid long paragraphs — use 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points, diagrams, infographics, or visuals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Keep explanations 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clear, precise, and easy to understand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Idea must be 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unique and novel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Use 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only the provided template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without modifying the pre-defined content structure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Save your final file as 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PDF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and upload it on the portal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Other formats (PPT, Word, etc.) will not be accepted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Note: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Delete this “Important Pointers” slide before final submission.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90000"/>
              </a:lnSpc>
              <a:spcBef>
                <a:spcPts val="499"/>
              </a:spcBef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</TotalTime>
  <Application>LibreOffice/25.2.3.2$Linux_X86_64 LibreOffice_project/520$Build-2</Application>
  <AppVersion>15.0000</AppVersion>
  <Words>280</Words>
  <Paragraphs>45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2025-10-29T23:04:28Z</dcterms:created>
  <dc:creator>Mohit Kapuriya</dc:creator>
  <dc:description/>
  <dc:language>mr-IN</dc:language>
  <cp:lastModifiedBy>Mohit Kapuriya</cp:lastModifiedBy>
  <dcterms:modified xsi:type="dcterms:W3CDTF">2025-11-17T06:43:28Z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